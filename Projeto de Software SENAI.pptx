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9" r:id="rId5"/>
    <p:sldId id="257" r:id="rId6"/>
    <p:sldId id="258" r:id="rId7"/>
    <p:sldId id="262" r:id="rId8"/>
    <p:sldId id="263" r:id="rId9"/>
    <p:sldId id="265" r:id="rId10"/>
    <p:sldId id="264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06D64-0715-41AE-A1EE-BA4F8D85A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CBC98C-2529-4D79-A56B-07C1FCECD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E575B4-D3EE-4A89-B152-C501A5626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1CB14B-9E99-4177-8F54-933723DD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C0DAD0-BC4F-4C4A-A81C-BA384692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302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4F3AE-A8C9-47E2-8674-AD04DAD28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8F0F36-EB52-41E4-AC8B-0F4061AFB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5C8288-E274-452E-BA3F-4A546353F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91CA6F-9514-45A0-AABB-502922C5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8D4B97-ECAC-4565-885D-D9348943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223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911CC-947D-4F38-98A6-C4960B09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AD63D6-6A6A-41B9-80A4-7C6C41E4E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73B159-2C64-455B-BBE6-A8F461C75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C30690-C164-4268-AB9B-0F407463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995B4B-9BB0-4FF9-AA1D-CA3780C8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87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96E1F-E2B7-4874-9432-02F825060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1258A2-4F7F-43FC-9030-945EE51190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D4C93A-B3E8-494E-93F8-B2189CAB1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1D6846-4DA6-4052-B800-30C8056D4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D92EAE-1EA9-44F2-8A0E-23CA7111A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71770A-B1AF-4B44-BF67-236D4636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29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9C154-4FD7-4776-A02D-CCEE17C7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C6A58A-994B-4881-AB2A-0DBB24DF7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EA647D-97EE-4AD8-AC07-8533FA106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7AEE30D-1E8D-4DDF-B537-6BBDE7C60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49624E-3FBA-4029-AFB9-3C862FE41A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211631-DB94-4560-B838-1D7221394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5422363-4C8E-4F37-B71D-C6AF15986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3A594E-B251-4C9B-8F65-374AD46E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323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0A0E-AE1E-4CB6-BFFB-E92159EC5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99EF81-8270-4DFD-8651-28FB2FBB0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0353310-5AA2-420F-B678-A5173E797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9B7918C-BD42-4D3F-88A5-A455F63D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268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59EECA4-48A7-49DE-86B2-34EAA655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D8600A0-A335-441B-8709-ECAD73C22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C35FB3-F37C-4FB8-9FFF-77D8A2ED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64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F150A-5C6A-4D55-81EF-138B4447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6FC60E-E99B-4788-A461-2EBBDA0D2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62E46A-E6A1-46D7-A748-1A074E82E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EF6DB2-C368-4871-B26D-3498AFF6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80710E-DEEB-4CBD-BEFA-8B2B8E1DF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09ADE5-FE2F-4B35-B533-CD93F3504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170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B1D2A-38BC-4955-BA8E-279C49B4D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5CB2F8C-47A0-46A9-96A6-0077B52E8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8A8F82-C1A7-4C04-A8A8-55B4E2799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B3F153-11C8-440A-8A23-A6E24FCD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9FE210-5AA4-4621-B306-AFE3FAE49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0FF54D-7BF8-405F-A271-003285C7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401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27404-931B-4BB2-9F7B-C07C3502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261910-2E09-494C-92DA-2AAB0FC62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EC58A2-FD4C-48A0-9DE3-4FBDBBE7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118A5A-35DA-41F6-9BE3-B978694D9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38F526-3309-4B12-815F-E66C892D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59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FABD26-33A5-43CF-B23D-D7087F253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9B71B4-91C4-4220-A20B-3F8ACFCB9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02ECA3-5791-4C80-8A27-633B9816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851D9D-5C01-4C83-B448-B16B11D9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235A7D-F056-4BA0-8B90-4A7CFDBAF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2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F967D52-B8E2-45C6-BDAF-C05F5FA30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E4685F-0610-4E6E-A471-349BEF4E3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BBDAE1-13F9-488D-99ED-CC00AD63C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CD5C5-B6EA-42AA-A073-7274F349F4AA}" type="datetimeFigureOut">
              <a:rPr lang="pt-BR" smtClean="0"/>
              <a:t>21/03/2025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DAF03D-2EB4-45DB-A50A-72063AEFD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252905-F053-43ED-ADE8-2603EF5C8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56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4AD1A-683F-4543-986B-4086F9FBE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Projeto de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365B5B-BE9D-4CF1-9AC6-A7D282409D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TCC de Desenvolvimento de sistemas 2025</a:t>
            </a:r>
          </a:p>
        </p:txBody>
      </p:sp>
      <p:sp>
        <p:nvSpPr>
          <p:cNvPr id="4" name="AutoShape 4" descr="Ficheiro:SENAI São Paulo logo.png – Wikipédia, a enciclopédia livre">
            <a:extLst>
              <a:ext uri="{FF2B5EF4-FFF2-40B4-BE49-F238E27FC236}">
                <a16:creationId xmlns:a16="http://schemas.microsoft.com/office/drawing/2014/main" id="{D38B0FAF-2032-41F5-8EB8-B86F0B7AAB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38251C-EBD3-446E-B93F-8CF4F02EF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  <p:pic>
        <p:nvPicPr>
          <p:cNvPr id="7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20DBE0A0-10C5-4C7A-A5B5-F437125D6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89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F2557-8D73-4089-93DF-EA7EAA097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O Projeto</a:t>
            </a:r>
            <a:r>
              <a:rPr lang="pt-BR" dirty="0"/>
              <a:t>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406841-F002-48FB-88D8-24CC9272C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Nome: SmartSupply: Sistema Inteligente de Gestão de Suprimentos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Este nome reflete a proposta de otimizar a gestão de estoques e suprimentos de forma inteligente, utilizando tecnologias de integração com fornecedores, com foco em </a:t>
            </a:r>
            <a:r>
              <a:rPr lang="pt-BR" sz="2400" b="1" dirty="0"/>
              <a:t>eficiência</a:t>
            </a:r>
            <a:r>
              <a:rPr lang="pt-BR" sz="2400" dirty="0"/>
              <a:t> e </a:t>
            </a:r>
            <a:r>
              <a:rPr lang="pt-BR" sz="2400" b="1" dirty="0"/>
              <a:t>rastreabilidade</a:t>
            </a:r>
            <a:r>
              <a:rPr lang="pt-BR" sz="2400" dirty="0"/>
              <a:t> dos produtos.</a:t>
            </a:r>
            <a:endParaRPr lang="pt-BR" sz="3600" dirty="0"/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B78D811A-3979-41A1-845B-39EC3C2B5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D206A52-4026-4797-973E-750AC510B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23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C4E6D-5D80-4A47-9338-D99DD7C2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Escolha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A9D193-85AD-4884-8B33-AB874A264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 escolha deste projeto de SCM foi motivada pela necessidade crescente das indústrias em otimizar suas operações de controle de estoques, logística e suprimentos. A implementação de um sistema eficiente para rastreamento de produtos e gestão de almoxarifado é essencial para reduzir custos, minimizar erros e garantir uma maior transparência nos processos. Além disso, a integração com fornecedores e a automação da coleta de dados em tempo real proporcionam uma base sólida para decisões estratégicas mais rápidas e precisas, impactando diretamente na competitividade e eficiência operacional da empresa.</a:t>
            </a:r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820CB477-7625-4785-B0FA-986E8A5A5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0CBC3EA-9F0B-47DC-96A2-D2BD86C2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60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6008B-9CEA-4066-95DD-7C2584681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Justificativa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C2CB8D-9077-4347-9BE8-0E919D89F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Este projeto SCM é relevante porque otimiza a gestão de estoques e suprimentos, reduzindo erros, perdas e desperdícios. Ele garante rastreabilidade dos produtos, integra-se com fornecedores para melhorar os pedidos e fornece dados em tempo real para decisões mais assertivas. Isso resulta em redução de custos, aumento da produtividade e maior eficiência na cadeia de suprimentos, contribuindo para a competitividade da empresa.</a:t>
            </a:r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40B40976-F6A8-4AA9-BED1-7E0C39807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87D2A4E-33A2-4E40-8B0D-C7D9D4A3D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051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E2607-A7E6-4837-9225-8DDB7E2A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Objetivos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99CF7A-F246-4C5D-96CD-E2A80B3DA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O projeto visa otimizar a fiscalização de almoxarifado, logística e suprimentos na indústria, oferecendo maior controle e eficiência na gestão de estoques e rastreamento de produtos. A solução tem como objetivo simplificar a leitura e análise de dados estratégicos, facilitando a tomada de decisões.</a:t>
            </a:r>
          </a:p>
          <a:p>
            <a:pPr algn="just"/>
            <a:r>
              <a:rPr lang="pt-BR" sz="2400" dirty="0"/>
              <a:t>O sistema SCM busca controlar os estoques em tempo real, garantindo a rastreabilidade dos produtos e reduzindo erros e perdas. Ele se integra com fornecedores para otimizar os pedidos e fornece relatórios para apoiar decisões, como planejamento de compras e reposição de itens.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D7E24830-C7BE-492B-A7C8-CA3414946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3181FDC-80F4-453C-B2A5-12522EE31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94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F7839-93F6-4991-9D2A-70B41C00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Divisão de Funções</a:t>
            </a:r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DBCDF482-913C-4FBE-979B-F6AD7324D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65625EB-819C-4232-98B4-98E4C29F4F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90999"/>
            <a:ext cx="1051560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Kauê H (Product Owner / Scrum Master)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Levantamento de requisitos, definição do backlog, priorização de funcionalidades, facilitação das reuniões do time e remoção de impedimentos.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2000" b="1" dirty="0"/>
              <a:t>Marcos Vinicius (Engenheiro de Qualidade)</a:t>
            </a:r>
            <a:r>
              <a:rPr lang="pt-BR" sz="2000" dirty="0"/>
              <a:t>: Planejamento e execução de testes de funcionalidade, segurança, performance e usabilidade, além de reportar bugs e colaborar na correção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2000" b="1" dirty="0"/>
              <a:t>G. Zanon (Desenvolvedor Full-Stack)</a:t>
            </a:r>
            <a:r>
              <a:rPr lang="pt-BR" sz="2000" dirty="0"/>
              <a:t>: Desenvolvimento tanto do Back-End quanto do front-end, incluindo a criação da API RESTful, interfaces em PWA e integração entre sistemas.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2000" b="1" dirty="0"/>
              <a:t>L. Giachetto (Desenvolvedor Back-End)</a:t>
            </a:r>
            <a:r>
              <a:rPr lang="pt-BR" sz="2000" dirty="0"/>
              <a:t>: Desenvolvimento da API, implementação da lógica de negócios e gerenciamento do banco de dados.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AD37B69-4FA1-462E-B499-8AC77281D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31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1DA242-035C-46C1-B00E-F8160D68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O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CEC40A-CBBC-4E5F-9F3B-9AADC7D16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Problema motivador: Ineficiência Logística na Indústria Automobilística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O problema na indústria automobilística envolve </a:t>
            </a:r>
            <a:r>
              <a:rPr lang="pt-BR" sz="2400" b="1" dirty="0"/>
              <a:t>gestão ineficiente de estoques</a:t>
            </a:r>
            <a:r>
              <a:rPr lang="pt-BR" sz="2400" dirty="0"/>
              <a:t>, </a:t>
            </a:r>
            <a:r>
              <a:rPr lang="pt-BR" sz="2400" b="1" dirty="0"/>
              <a:t>falhas na logística</a:t>
            </a:r>
            <a:r>
              <a:rPr lang="pt-BR" sz="2400" dirty="0"/>
              <a:t> e </a:t>
            </a:r>
            <a:r>
              <a:rPr lang="pt-BR" sz="2400" b="1" dirty="0"/>
              <a:t>rastreabilidade inadequada de produtos</a:t>
            </a:r>
            <a:r>
              <a:rPr lang="pt-BR" sz="2400" dirty="0"/>
              <a:t>, o que gera </a:t>
            </a:r>
            <a:r>
              <a:rPr lang="pt-BR" sz="2400" b="1" dirty="0"/>
              <a:t>atrasos na produção</a:t>
            </a:r>
            <a:r>
              <a:rPr lang="pt-BR" sz="2400" dirty="0"/>
              <a:t>, </a:t>
            </a:r>
            <a:r>
              <a:rPr lang="pt-BR" sz="2400" b="1" dirty="0"/>
              <a:t>aumento de custos</a:t>
            </a:r>
            <a:r>
              <a:rPr lang="pt-BR" sz="2400" dirty="0"/>
              <a:t> e </a:t>
            </a:r>
            <a:r>
              <a:rPr lang="pt-BR" sz="2400" b="1" dirty="0"/>
              <a:t>dificuldade na tomada de decisões</a:t>
            </a:r>
            <a:r>
              <a:rPr lang="pt-BR" sz="2400" dirty="0"/>
              <a:t>. A falta de integração entre setores e fornecedores prejudica a </a:t>
            </a:r>
            <a:r>
              <a:rPr lang="pt-BR" sz="2400" b="1" dirty="0"/>
              <a:t>eficiência operacional</a:t>
            </a:r>
            <a:r>
              <a:rPr lang="pt-BR" sz="2400" dirty="0"/>
              <a:t> e a </a:t>
            </a:r>
            <a:r>
              <a:rPr lang="pt-BR" sz="2400" b="1" dirty="0"/>
              <a:t>qualidade do produto final</a:t>
            </a:r>
            <a:r>
              <a:rPr lang="pt-BR" sz="2400" dirty="0"/>
              <a:t>, afetando prazos de entrega e a satisfação do cliente.</a:t>
            </a:r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91886A21-4989-4239-BD91-18495C9E0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7B7C83C-5720-4B5B-A0A1-FB60BE345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08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0E041-1426-4B97-9A83-924582A8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Proposta de 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189C4A-FA51-486E-AC01-5E697039A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 proposta de solução é implementar um sistema integrado de gestão de suprimentos e estoque (SCM), utilizando tecnologias como RFID, automação e integração com fornecedores para otimizar o controle de estoques e rastreamento de produtos. O sistema proporcionará visibilidade em tempo real, redução de erros, aprimoramento dos processos de gestão de inventário e maior eficiência na tomada de decisões, resultando em aumento de produtividade e redução de custos operacionais.</a:t>
            </a:r>
            <a:endParaRPr lang="pt-BR" sz="3600" dirty="0"/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8D1C5EE4-0ED7-4EAB-927C-89D87F46C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85C17F1-43B3-4CD0-8875-0468FD629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21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85F96-FB04-452E-AAD1-53B46CBA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Ferramentas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F3D1A5-A95E-4F3C-BED5-062BE6238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Arquitetura do projeto (Front-end, Back-End, Banco de Dados(API –WEB)).</a:t>
            </a:r>
          </a:p>
          <a:p>
            <a:r>
              <a:rPr lang="pt-BR" sz="2400" dirty="0"/>
              <a:t>Tecnologias escolhidas e justificativa (HTML, CSS, Node.js, JSON, SQL, etc.).</a:t>
            </a:r>
          </a:p>
          <a:p>
            <a:r>
              <a:rPr lang="pt-BR" sz="2400" dirty="0"/>
              <a:t>Metodologia de desenvolvimento (Scrum) - O projeto seguirá a metodologia </a:t>
            </a:r>
            <a:r>
              <a:rPr lang="pt-BR" sz="2400" b="1" dirty="0"/>
              <a:t>Scrum</a:t>
            </a:r>
            <a:r>
              <a:rPr lang="pt-BR" sz="2400" dirty="0"/>
              <a:t>, com desenvolvimento em </a:t>
            </a:r>
            <a:r>
              <a:rPr lang="pt-BR" sz="2400" b="1" dirty="0"/>
              <a:t>sprints curtas</a:t>
            </a:r>
            <a:r>
              <a:rPr lang="pt-BR" sz="2400" dirty="0"/>
              <a:t>, permitindo entregas contínuas e adaptação às mudanças. O </a:t>
            </a:r>
            <a:r>
              <a:rPr lang="pt-BR" sz="2400" b="1" dirty="0"/>
              <a:t>Product Owner</a:t>
            </a:r>
            <a:r>
              <a:rPr lang="pt-BR" sz="2400" dirty="0"/>
              <a:t> define prioridades, o time de desenvolvimento implementa as funcionalidades, e o </a:t>
            </a:r>
            <a:r>
              <a:rPr lang="pt-BR" sz="2400" b="1" dirty="0"/>
              <a:t>Engenheiro de Qualidade</a:t>
            </a:r>
            <a:r>
              <a:rPr lang="pt-BR" sz="2400" dirty="0"/>
              <a:t> garante a conformidade. Isso assegura um processo </a:t>
            </a:r>
            <a:r>
              <a:rPr lang="pt-BR" sz="2400" b="1" dirty="0"/>
              <a:t>ágil, eficiente e colaborativo</a:t>
            </a:r>
            <a:r>
              <a:rPr lang="pt-BR" sz="2400" dirty="0"/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9A9DE7-C292-4039-B0FF-7A164A618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  <p:pic>
        <p:nvPicPr>
          <p:cNvPr id="5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072F00C5-AC66-40F8-B49E-38225906B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85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6C15A-32A8-4C75-B80C-D639542E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Planejamento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DCEEF1EF-CE9E-476F-9020-36174A776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0051" y="1825625"/>
            <a:ext cx="9511897" cy="4351338"/>
          </a:xfrm>
        </p:spPr>
      </p:pic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CD74D062-4B0C-49EC-96B4-1EA056193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1560722-15ED-4B97-9A78-26C0B5C0A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9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83727-466F-470B-A227-FFC4F47C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Cronograma</a:t>
            </a:r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E7F5D965-666E-40ED-BE01-19C85739D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162FC33-55B0-45F1-B55A-6E4D01124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  <p:pic>
        <p:nvPicPr>
          <p:cNvPr id="18" name="Espaço Reservado para Conteúdo 17">
            <a:extLst>
              <a:ext uri="{FF2B5EF4-FFF2-40B4-BE49-F238E27FC236}">
                <a16:creationId xmlns:a16="http://schemas.microsoft.com/office/drawing/2014/main" id="{D798F0C5-53D7-48FF-9A91-9F8E2B338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8199" y="1939009"/>
            <a:ext cx="10515600" cy="3779846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45A1B983-9E66-450D-A017-B592DBFE4C38}"/>
              </a:ext>
            </a:extLst>
          </p:cNvPr>
          <p:cNvSpPr/>
          <p:nvPr/>
        </p:nvSpPr>
        <p:spPr>
          <a:xfrm>
            <a:off x="838199" y="5967176"/>
            <a:ext cx="105155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/>
              <a:t>Obs.: O cronograma segue o </a:t>
            </a:r>
            <a:r>
              <a:rPr lang="pt-BR" b="1" dirty="0"/>
              <a:t>Scrum</a:t>
            </a:r>
            <a:r>
              <a:rPr lang="pt-BR" dirty="0"/>
              <a:t>, com sprints mensais, </a:t>
            </a:r>
            <a:r>
              <a:rPr lang="pt-BR" b="1" dirty="0"/>
              <a:t>reuniões semanais</a:t>
            </a:r>
            <a:r>
              <a:rPr lang="pt-BR" dirty="0"/>
              <a:t> para alinhamento e </a:t>
            </a:r>
            <a:r>
              <a:rPr lang="pt-BR" b="1" dirty="0"/>
              <a:t>testes contínuos</a:t>
            </a:r>
            <a:r>
              <a:rPr lang="pt-BR" dirty="0"/>
              <a:t> para garantir qualidade e integração até a entrega final.</a:t>
            </a:r>
          </a:p>
        </p:txBody>
      </p:sp>
    </p:spTree>
    <p:extLst>
      <p:ext uri="{BB962C8B-B14F-4D97-AF65-F5344CB8AC3E}">
        <p14:creationId xmlns:p14="http://schemas.microsoft.com/office/powerpoint/2010/main" val="76695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B4238-F924-400A-8634-6A90E256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Expectativas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0AA78A-159D-4D0B-941F-B2C8D2AB9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A implementação do sistema trará </a:t>
            </a:r>
            <a:r>
              <a:rPr lang="pt-BR" sz="2400" b="1" dirty="0"/>
              <a:t>mais eficiência, automação e controle de estoques</a:t>
            </a:r>
            <a:r>
              <a:rPr lang="pt-BR" sz="2400" dirty="0"/>
              <a:t>, reduzindo desperdícios e custos operacionais. A integração com fornecedores otimizará a gestão de suprimentos, melhorando a tomada de decisões e aumentando a competitividade da indústria.</a:t>
            </a:r>
          </a:p>
          <a:p>
            <a:endParaRPr lang="pt-BR" dirty="0"/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58E2191A-1A17-418E-8F03-5F86BF9B6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0BC657A-12C3-4DA6-87B0-9FD871CF9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73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ACB27-1039-4727-8074-64671B25DD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Agradecemos a Atenção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618F00-9C75-4890-820E-0FD81A42D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Equipe técnica </a:t>
            </a:r>
            <a:r>
              <a:rPr lang="pt-BR" sz="2400" dirty="0"/>
              <a:t>SmartSupply: Sistema Inteligente de Gestão de Suprimentos</a:t>
            </a:r>
            <a:endParaRPr lang="pt-BR" dirty="0"/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BA9944F2-C6D9-484A-B743-17E6BDA26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F6AD438-F380-4C8C-BCBC-63D052665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77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777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do Office</vt:lpstr>
      <vt:lpstr>Projeto de Software</vt:lpstr>
      <vt:lpstr>O Projeto </vt:lpstr>
      <vt:lpstr>Escolha do Projeto</vt:lpstr>
      <vt:lpstr>Justificativa</vt:lpstr>
      <vt:lpstr>Objetivos </vt:lpstr>
      <vt:lpstr>Divisão de Funções</vt:lpstr>
      <vt:lpstr>O Problema</vt:lpstr>
      <vt:lpstr>Proposta de Solução</vt:lpstr>
      <vt:lpstr>Ferramentas </vt:lpstr>
      <vt:lpstr>Planejamento</vt:lpstr>
      <vt:lpstr>Cronograma</vt:lpstr>
      <vt:lpstr>Expectativas</vt:lpstr>
      <vt:lpstr>Agradecemos 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de Software</dc:title>
  <dc:creator>Gabriel B. Zanon</dc:creator>
  <cp:lastModifiedBy>Gabriel B. Zanon</cp:lastModifiedBy>
  <cp:revision>28</cp:revision>
  <dcterms:created xsi:type="dcterms:W3CDTF">2025-03-14T18:33:26Z</dcterms:created>
  <dcterms:modified xsi:type="dcterms:W3CDTF">2025-03-21T13:39:10Z</dcterms:modified>
</cp:coreProperties>
</file>